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Space Grotesk" panose="020B060402020202020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4FFD3-DE0B-41A6-882D-8F37D8E687CE}" v="5" dt="2026-07-10T05:36:45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S Kumar" userId="6fc173b42f2f871e" providerId="LiveId" clId="{B5D4F744-0614-41A3-8A51-3EF7E5FE2B30}"/>
    <pc:docChg chg="undo custSel addSld delSld modSld sldOrd">
      <pc:chgData name="Vinay S Kumar" userId="6fc173b42f2f871e" providerId="LiveId" clId="{B5D4F744-0614-41A3-8A51-3EF7E5FE2B30}" dt="2026-07-10T12:30:54.068" v="35" actId="47"/>
      <pc:docMkLst>
        <pc:docMk/>
      </pc:docMkLst>
      <pc:sldChg chg="modSp mod">
        <pc:chgData name="Vinay S Kumar" userId="6fc173b42f2f871e" providerId="LiveId" clId="{B5D4F744-0614-41A3-8A51-3EF7E5FE2B30}" dt="2026-07-10T05:41:51.710" v="33" actId="403"/>
        <pc:sldMkLst>
          <pc:docMk/>
          <pc:sldMk cId="0" sldId="256"/>
        </pc:sldMkLst>
        <pc:spChg chg="mod">
          <ac:chgData name="Vinay S Kumar" userId="6fc173b42f2f871e" providerId="LiveId" clId="{B5D4F744-0614-41A3-8A51-3EF7E5FE2B30}" dt="2026-07-10T05:41:51.710" v="33" actId="403"/>
          <ac:spMkLst>
            <pc:docMk/>
            <pc:sldMk cId="0" sldId="256"/>
            <ac:spMk id="86" creationId="{00000000-0000-0000-0000-000000000000}"/>
          </ac:spMkLst>
        </pc:spChg>
      </pc:sldChg>
      <pc:sldChg chg="addSp delSp modSp mod">
        <pc:chgData name="Vinay S Kumar" userId="6fc173b42f2f871e" providerId="LiveId" clId="{B5D4F744-0614-41A3-8A51-3EF7E5FE2B30}" dt="2026-07-10T05:38:11.530" v="19" actId="404"/>
        <pc:sldMkLst>
          <pc:docMk/>
          <pc:sldMk cId="0" sldId="257"/>
        </pc:sldMkLst>
        <pc:spChg chg="mod">
          <ac:chgData name="Vinay S Kumar" userId="6fc173b42f2f871e" providerId="LiveId" clId="{B5D4F744-0614-41A3-8A51-3EF7E5FE2B30}" dt="2026-07-10T05:38:01.671" v="16" actId="404"/>
          <ac:spMkLst>
            <pc:docMk/>
            <pc:sldMk cId="0" sldId="257"/>
            <ac:spMk id="96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8:05.106" v="17" actId="404"/>
          <ac:spMkLst>
            <pc:docMk/>
            <pc:sldMk cId="0" sldId="257"/>
            <ac:spMk id="97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8:08.457" v="18" actId="404"/>
          <ac:spMkLst>
            <pc:docMk/>
            <pc:sldMk cId="0" sldId="257"/>
            <ac:spMk id="98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8:11.530" v="19" actId="404"/>
          <ac:spMkLst>
            <pc:docMk/>
            <pc:sldMk cId="0" sldId="257"/>
            <ac:spMk id="99" creationId="{00000000-0000-0000-0000-000000000000}"/>
          </ac:spMkLst>
        </pc:spChg>
        <pc:picChg chg="add del mod">
          <ac:chgData name="Vinay S Kumar" userId="6fc173b42f2f871e" providerId="LiveId" clId="{B5D4F744-0614-41A3-8A51-3EF7E5FE2B30}" dt="2026-07-10T05:33:23.450" v="10" actId="478"/>
          <ac:picMkLst>
            <pc:docMk/>
            <pc:sldMk cId="0" sldId="257"/>
            <ac:picMk id="3" creationId="{AC2A1B70-564E-D207-362E-C8E37335D3A3}"/>
          </ac:picMkLst>
        </pc:picChg>
        <pc:picChg chg="mod">
          <ac:chgData name="Vinay S Kumar" userId="6fc173b42f2f871e" providerId="LiveId" clId="{B5D4F744-0614-41A3-8A51-3EF7E5FE2B30}" dt="2026-07-10T05:36:45.538" v="15" actId="11530"/>
          <ac:picMkLst>
            <pc:docMk/>
            <pc:sldMk cId="0" sldId="257"/>
            <ac:picMk id="95" creationId="{00000000-0000-0000-0000-000000000000}"/>
          </ac:picMkLst>
        </pc:picChg>
        <pc:picChg chg="del mod">
          <ac:chgData name="Vinay S Kumar" userId="6fc173b42f2f871e" providerId="LiveId" clId="{B5D4F744-0614-41A3-8A51-3EF7E5FE2B30}" dt="2026-07-10T05:33:06.702" v="8" actId="478"/>
          <ac:picMkLst>
            <pc:docMk/>
            <pc:sldMk cId="0" sldId="257"/>
            <ac:picMk id="100" creationId="{00000000-0000-0000-0000-000000000000}"/>
          </ac:picMkLst>
        </pc:picChg>
      </pc:sldChg>
      <pc:sldChg chg="modSp mod">
        <pc:chgData name="Vinay S Kumar" userId="6fc173b42f2f871e" providerId="LiveId" clId="{B5D4F744-0614-41A3-8A51-3EF7E5FE2B30}" dt="2026-07-10T05:38:52.067" v="22" actId="404"/>
        <pc:sldMkLst>
          <pc:docMk/>
          <pc:sldMk cId="0" sldId="259"/>
        </pc:sldMkLst>
        <pc:spChg chg="mod">
          <ac:chgData name="Vinay S Kumar" userId="6fc173b42f2f871e" providerId="LiveId" clId="{B5D4F744-0614-41A3-8A51-3EF7E5FE2B30}" dt="2026-07-10T05:38:52.067" v="22" actId="404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8:48.931" v="21" actId="404"/>
          <ac:spMkLst>
            <pc:docMk/>
            <pc:sldMk cId="0" sldId="259"/>
            <ac:spMk id="131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8:44.262" v="20" actId="404"/>
          <ac:spMkLst>
            <pc:docMk/>
            <pc:sldMk cId="0" sldId="259"/>
            <ac:spMk id="134" creationId="{00000000-0000-0000-0000-000000000000}"/>
          </ac:spMkLst>
        </pc:spChg>
      </pc:sldChg>
      <pc:sldChg chg="modSp mod">
        <pc:chgData name="Vinay S Kumar" userId="6fc173b42f2f871e" providerId="LiveId" clId="{B5D4F744-0614-41A3-8A51-3EF7E5FE2B30}" dt="2026-07-10T05:40:30.700" v="25" actId="1076"/>
        <pc:sldMkLst>
          <pc:docMk/>
          <pc:sldMk cId="0" sldId="263"/>
        </pc:sldMkLst>
        <pc:spChg chg="mod">
          <ac:chgData name="Vinay S Kumar" userId="6fc173b42f2f871e" providerId="LiveId" clId="{B5D4F744-0614-41A3-8A51-3EF7E5FE2B30}" dt="2026-07-10T05:39:40.417" v="24" actId="1076"/>
          <ac:spMkLst>
            <pc:docMk/>
            <pc:sldMk cId="0" sldId="263"/>
            <ac:spMk id="196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40:30.700" v="25" actId="1076"/>
          <ac:spMkLst>
            <pc:docMk/>
            <pc:sldMk cId="0" sldId="263"/>
            <ac:spMk id="198" creationId="{00000000-0000-0000-0000-000000000000}"/>
          </ac:spMkLst>
        </pc:spChg>
      </pc:sldChg>
      <pc:sldChg chg="modSp mod">
        <pc:chgData name="Vinay S Kumar" userId="6fc173b42f2f871e" providerId="LiveId" clId="{B5D4F744-0614-41A3-8A51-3EF7E5FE2B30}" dt="2026-07-10T05:30:58.153" v="3" actId="404"/>
        <pc:sldMkLst>
          <pc:docMk/>
          <pc:sldMk cId="0" sldId="264"/>
        </pc:sldMkLst>
        <pc:spChg chg="mod">
          <ac:chgData name="Vinay S Kumar" userId="6fc173b42f2f871e" providerId="LiveId" clId="{B5D4F744-0614-41A3-8A51-3EF7E5FE2B30}" dt="2026-07-10T05:30:33.822" v="0" actId="404"/>
          <ac:spMkLst>
            <pc:docMk/>
            <pc:sldMk cId="0" sldId="264"/>
            <ac:spMk id="207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0:49.048" v="1" actId="404"/>
          <ac:spMkLst>
            <pc:docMk/>
            <pc:sldMk cId="0" sldId="264"/>
            <ac:spMk id="210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0:52.102" v="2" actId="404"/>
          <ac:spMkLst>
            <pc:docMk/>
            <pc:sldMk cId="0" sldId="264"/>
            <ac:spMk id="213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30:58.153" v="3" actId="404"/>
          <ac:spMkLst>
            <pc:docMk/>
            <pc:sldMk cId="0" sldId="264"/>
            <ac:spMk id="219" creationId="{00000000-0000-0000-0000-000000000000}"/>
          </ac:spMkLst>
        </pc:spChg>
      </pc:sldChg>
      <pc:sldChg chg="modSp mod">
        <pc:chgData name="Vinay S Kumar" userId="6fc173b42f2f871e" providerId="LiveId" clId="{B5D4F744-0614-41A3-8A51-3EF7E5FE2B30}" dt="2026-07-10T05:41:05.636" v="29" actId="404"/>
        <pc:sldMkLst>
          <pc:docMk/>
          <pc:sldMk cId="0" sldId="266"/>
        </pc:sldMkLst>
        <pc:spChg chg="mod">
          <ac:chgData name="Vinay S Kumar" userId="6fc173b42f2f871e" providerId="LiveId" clId="{B5D4F744-0614-41A3-8A51-3EF7E5FE2B30}" dt="2026-07-10T05:40:53.728" v="26" actId="404"/>
          <ac:spMkLst>
            <pc:docMk/>
            <pc:sldMk cId="0" sldId="266"/>
            <ac:spMk id="244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40:58.130" v="27" actId="404"/>
          <ac:spMkLst>
            <pc:docMk/>
            <pc:sldMk cId="0" sldId="266"/>
            <ac:spMk id="245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41:01.270" v="28" actId="404"/>
          <ac:spMkLst>
            <pc:docMk/>
            <pc:sldMk cId="0" sldId="266"/>
            <ac:spMk id="246" creationId="{00000000-0000-0000-0000-000000000000}"/>
          </ac:spMkLst>
        </pc:spChg>
        <pc:spChg chg="mod">
          <ac:chgData name="Vinay S Kumar" userId="6fc173b42f2f871e" providerId="LiveId" clId="{B5D4F744-0614-41A3-8A51-3EF7E5FE2B30}" dt="2026-07-10T05:41:05.636" v="29" actId="404"/>
          <ac:spMkLst>
            <pc:docMk/>
            <pc:sldMk cId="0" sldId="266"/>
            <ac:spMk id="247" creationId="{00000000-0000-0000-0000-000000000000}"/>
          </ac:spMkLst>
        </pc:spChg>
      </pc:sldChg>
      <pc:sldChg chg="add del ord modNotes">
        <pc:chgData name="Vinay S Kumar" userId="6fc173b42f2f871e" providerId="LiveId" clId="{B5D4F744-0614-41A3-8A51-3EF7E5FE2B30}" dt="2026-07-10T12:30:54.068" v="35" actId="4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D8D74296-DEA9-992F-799A-13937FCE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>
            <a:extLst>
              <a:ext uri="{FF2B5EF4-FFF2-40B4-BE49-F238E27FC236}">
                <a16:creationId xmlns:a16="http://schemas.microsoft.com/office/drawing/2014/main" id="{BEDF0242-9841-3FC8-F77B-33C10481A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>
            <a:extLst>
              <a:ext uri="{FF2B5EF4-FFF2-40B4-BE49-F238E27FC236}">
                <a16:creationId xmlns:a16="http://schemas.microsoft.com/office/drawing/2014/main" id="{410BD946-00C7-BB29-9A1D-53EFA030B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876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2243" y="938733"/>
            <a:ext cx="3048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55618" y="1884349"/>
            <a:ext cx="10001250" cy="223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Your Own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 b="0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News Summarizer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33500" y="4071654"/>
            <a:ext cx="9525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 45 minutes of manual scrolling into a 2-minute automated daily intelligence brief.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5209125"/>
            <a:ext cx="416993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CCCCC"/>
                </a:solidFill>
                <a:latin typeface="Inter" panose="020B0604020202020204" charset="0"/>
                <a:ea typeface="Inter" panose="020B0604020202020204" charset="0"/>
              </a:rPr>
              <a:t>Conducted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rgbClr val="FBBF24"/>
              </a:solidFill>
              <a:latin typeface="Inter" panose="020B0604020202020204" charset="0"/>
              <a:ea typeface="Inter" panose="020B0604020202020204" charset="0"/>
            </a:endParaRPr>
          </a:p>
          <a:p>
            <a:pPr lvl="0"/>
            <a:r>
              <a:rPr lang="en-US" b="1" dirty="0">
                <a:solidFill>
                  <a:srgbClr val="FFCC00"/>
                </a:solidFill>
                <a:latin typeface="Inter" panose="020B0604020202020204" charset="0"/>
                <a:ea typeface="Inter" panose="020B0604020202020204" charset="0"/>
              </a:rPr>
              <a:t>Vinay S Kumar</a:t>
            </a:r>
            <a:r>
              <a:rPr lang="en-US" b="1" dirty="0">
                <a:solidFill>
                  <a:srgbClr val="FBBF2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Inter" panose="020B0604020202020204" charset="0"/>
                <a:ea typeface="Inter" panose="020B0604020202020204" charset="0"/>
              </a:rPr>
              <a:t>and</a:t>
            </a:r>
            <a:r>
              <a:rPr lang="en-US" b="1" dirty="0">
                <a:solidFill>
                  <a:srgbClr val="FBBF2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dirty="0">
                <a:solidFill>
                  <a:srgbClr val="FFCC00"/>
                </a:solidFill>
                <a:latin typeface="Inter" panose="020B0604020202020204" charset="0"/>
                <a:ea typeface="Inter" panose="020B0604020202020204" charset="0"/>
              </a:rPr>
              <a:t>Prateeksha Acharya</a:t>
            </a:r>
            <a:endParaRPr sz="1100" b="1" dirty="0">
              <a:solidFill>
                <a:srgbClr val="FFCC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10307"/>
            <a:ext cx="5276850" cy="479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 l="-29" r="-29"/>
          <a:stretch>
            <a:fillRect/>
          </a:stretch>
        </p:blipFill>
        <p:spPr>
          <a:xfrm>
            <a:off x="6334125" y="1909762"/>
            <a:ext cx="5276850" cy="4000500"/>
          </a:xfrm>
          <a:prstGeom prst="flowChartAlternateProcess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04925" y="1853207"/>
            <a:ext cx="42100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Information Overload: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Opening 10+ tabs every morning to track AI &amp; Tech news.</a:t>
            </a:r>
            <a:endParaRPr sz="12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304925" y="2714029"/>
            <a:ext cx="42100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Signal vs. Noise: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Struggling to figure out which articles are actually worth your time.</a:t>
            </a:r>
            <a:endParaRPr sz="12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304925" y="3574851"/>
            <a:ext cx="42100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 Drain: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Wasting 30-45 minutes daily just trying to "catch up" before work or school.</a:t>
            </a:r>
            <a:endParaRPr sz="12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304925" y="4770834"/>
            <a:ext cx="42100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Fear of Missing Out: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Constant anxiety that you missed a major tech breakthrough.</a:t>
            </a:r>
            <a:endParaRPr sz="12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548282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Doomscroll Dilemma</a:t>
            </a:r>
            <a:endParaRPr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1872257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733079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3593901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789884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0312"/>
            <a:ext cx="52768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986087"/>
            <a:ext cx="43053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066800" y="4510087"/>
            <a:ext cx="43053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MINUTES A DAY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34125" y="2505075"/>
            <a:ext cx="554069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Reclaim Your Time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34125" y="31813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Imagine waking up, opening your email at exactly 10:00 AM, and reading a perfectly formatted, AI-generated summary of the entire internet's tech news.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334125" y="42481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Today, we will build a "No-Code" workflow that automatically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Fetches, Reads, Summarizes, and Delivers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news while you sleep.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Ultimate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05037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05037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05037"/>
            <a:ext cx="34861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5479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23925" y="3443287"/>
            <a:ext cx="294036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n8n (The Engine)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923925" y="3900487"/>
            <a:ext cx="2800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canvas. A visual automation platform that lets us connect different apps and APIs together without writing complex code.</a:t>
            </a:r>
            <a:endParaRPr sz="1200" dirty="0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5479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695825" y="3443287"/>
            <a:ext cx="294036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RSS &amp; APIs (The Fuel)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95825" y="4243387"/>
            <a:ext cx="2800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delivery systems. RSS feeds bring us published articles, while APIs allow us to search the entire web for live events.</a:t>
            </a:r>
            <a:endParaRPr sz="1200"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5479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467725" y="3443287"/>
            <a:ext cx="294036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Gemini AI (The Brain)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67725" y="4243387"/>
            <a:ext cx="2800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intelligence. Google's powerful LLM will read our massive pile of data and extract only the juicy, important details.</a:t>
            </a:r>
            <a:endParaRPr sz="1200" dirty="0"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7289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95850" y="27289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48700" y="2728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Your Automation Toolkit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43062"/>
            <a:ext cx="527685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4450" y="200501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6677025" y="198596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Digital Waiter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677025" y="234791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Application Programming Interface (API) is exactly like a waiter in a restaurant.</a:t>
            </a:r>
            <a:endParaRPr dirty="0"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23975" y="2014537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677025" y="310991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👤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 (The App):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Look at the menu and place your order.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6677025" y="381476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🤖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Waiter (API):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Takes your exact request to the kitchen.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77025" y="451961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🏢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Kitchen (Server):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Prepares the requested data.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77025" y="5224462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🍽️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Waiter: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Delivers the fresh data right back to your table!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Demystifying APIs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33575"/>
            <a:ext cx="5324475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33575"/>
            <a:ext cx="5324475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23925" y="2428875"/>
            <a:ext cx="48706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07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RSS Feeds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23925" y="29622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Subscription Model.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23925" y="3419475"/>
            <a:ext cx="4638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Like getting a newspaper delivered. You get articles only from specific websites you follow (e.g., TechCrunch, The Verge).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923925" y="4629150"/>
            <a:ext cx="4638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Limitation: Only shows what that specific site decides to publish. Cannot search globally.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6629400" y="2276475"/>
            <a:ext cx="48706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SERP API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29400" y="2809875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Global Search Model.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29400" y="3267075"/>
            <a:ext cx="4638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Like an automated Google Search. It acts as our HTTP Request node to search the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entire internet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real-time information.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6629400" y="4476750"/>
            <a:ext cx="4638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Superpower: Finds live events, weather, or stock prices across thousands of websites instantly.</a:t>
            </a:r>
            <a:endParaRPr dirty="0"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2457450"/>
            <a:ext cx="260746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46863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2305050"/>
            <a:ext cx="298846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45339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Fetching Data: RSS vs. API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1212"/>
            <a:ext cx="532447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81212"/>
            <a:ext cx="5324475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923925" y="2424112"/>
            <a:ext cx="48706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07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8B5CF6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Merge Node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23925" y="2957512"/>
            <a:ext cx="4638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Since we pull data from both RSS (News) and APIs (Events), we must combine them so they flow together.</a:t>
            </a:r>
            <a:endParaRPr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923925" y="4024312"/>
            <a:ext cx="46386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Analogy: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Like collecting loose papers from different folders and putting them into one single stack on your desk. They are together, but still separate sheets.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29400" y="2576512"/>
            <a:ext cx="487060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69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Aggregate Node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29400" y="3109912"/>
            <a:ext cx="46386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Gemini AI needs to read everything at once, not piece by piece in separate chunks.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29400" y="3871912"/>
            <a:ext cx="46386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Analogy: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Like taking that stack of loose papers and </a:t>
            </a:r>
            <a:r>
              <a:rPr lang="en-US" sz="1500" b="1" i="0" u="none" strike="noStrike" cap="none" dirty="0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stapling them together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into one single, organized JSON document for the AI to read easily.</a:t>
            </a:r>
            <a:endParaRPr dirty="0"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3925" y="2452687"/>
            <a:ext cx="260746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605087"/>
            <a:ext cx="33694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Organizing the Chaos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581" y="1390558"/>
            <a:ext cx="9926835" cy="49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1894583" y="1548549"/>
            <a:ext cx="8288535" cy="46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62"/>
              </a:lnSpc>
            </a:pP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You are an AI newsletter assistant creating a daily intelligence report from multiple categories.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Use only the provided items. Do not invent content.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Organize the provided items by category and Format exactly like this: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Hi there,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Here's your Tech Brief: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AI NEWS HIGHLIGHTS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======================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[5 most important AI developments]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For each AI-related item, output: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HEADLINE IN ALL CAPS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Summary in 1–2 sentences.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Link: &lt;paste link&gt;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TECHNOLOGY UPDATES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======================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[Latest broader technology-related developments from major tech sources]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For each broader technology-related item, output: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HEADLINE IN ALL CAPS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Summary in 1–2 sentences.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Link: &lt;paste link&gt;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UPCOMING AI EVENTS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======================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[List events with date, location, description]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If no events found: "No AI events scheduled this week"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For each Event Item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HEADLINE IN ALL CAPS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Summary in 1–2 sentences.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Link: &lt;paste link&gt;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Keep the summaries professional, concise, and easy to read.</a:t>
            </a: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b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</a:br>
            <a:r>
              <a:rPr lang="en-US" sz="6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Sign off as "Your AI Intelligence Team"</a:t>
            </a:r>
            <a:endParaRPr sz="400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475482" y="2343606"/>
            <a:ext cx="76200" cy="287238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535043" y="5847834"/>
            <a:ext cx="36480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OUR GEMINI SYSTEM PROMPT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Instructing the Brain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1132433" y="3890962"/>
            <a:ext cx="9927133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2708" y="31404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105528" y="4092922"/>
            <a:ext cx="93621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Trigger</a:t>
            </a:r>
            <a:endParaRPr sz="1200" dirty="0"/>
          </a:p>
        </p:txBody>
      </p:sp>
      <p:sp>
        <p:nvSpPr>
          <p:cNvPr id="208" name="Google Shape;208;p21"/>
          <p:cNvSpPr txBox="1"/>
          <p:nvPr/>
        </p:nvSpPr>
        <p:spPr>
          <a:xfrm>
            <a:off x="883146" y="4435822"/>
            <a:ext cx="1381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Wakes up at 10 AM</a:t>
            </a:r>
            <a:endParaRPr dirty="0"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53854" y="31404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3417305" y="4092922"/>
            <a:ext cx="8349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</a:t>
            </a:r>
            <a:endParaRPr dirty="0"/>
          </a:p>
        </p:txBody>
      </p:sp>
      <p:sp>
        <p:nvSpPr>
          <p:cNvPr id="211" name="Google Shape;211;p21"/>
          <p:cNvSpPr txBox="1"/>
          <p:nvPr/>
        </p:nvSpPr>
        <p:spPr>
          <a:xfrm>
            <a:off x="3287166" y="4435822"/>
            <a:ext cx="1095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Pulls RSS &amp; API</a:t>
            </a:r>
            <a:endParaRPr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0" y="31404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5648447" y="4092922"/>
            <a:ext cx="89495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Merge</a:t>
            </a:r>
            <a:endParaRPr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5653087" y="4435822"/>
            <a:ext cx="885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Staples data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76145" y="31404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7876151" y="4092922"/>
            <a:ext cx="96183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AI Intel</a:t>
            </a:r>
            <a:endParaRPr dirty="0"/>
          </a:p>
        </p:txBody>
      </p:sp>
      <p:sp>
        <p:nvSpPr>
          <p:cNvPr id="217" name="Google Shape;217;p21"/>
          <p:cNvSpPr txBox="1"/>
          <p:nvPr/>
        </p:nvSpPr>
        <p:spPr>
          <a:xfrm>
            <a:off x="7647533" y="4435822"/>
            <a:ext cx="14192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Gemini Summarizes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37291" y="31404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0145110" y="4092922"/>
            <a:ext cx="94621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Deliver</a:t>
            </a:r>
            <a:endParaRPr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10189666" y="4435822"/>
            <a:ext cx="8572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Gmail Inbox</a:t>
            </a:r>
            <a:endParaRPr/>
          </a:p>
        </p:txBody>
      </p:sp>
      <p:pic>
        <p:nvPicPr>
          <p:cNvPr id="221" name="Google Shape;22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1308" y="336902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44354" y="336902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500" y="336902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85695" y="336902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465891" y="336902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Complete Blueprint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5862" y="1945927"/>
            <a:ext cx="22002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3458486" y="2498377"/>
            <a:ext cx="5274878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Ready to Build?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3190875" y="4355752"/>
            <a:ext cx="5810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your laptops. It's time for the hands-on session!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883396"/>
            <a:ext cx="5038725" cy="275793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71525" y="771525"/>
            <a:ext cx="529066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Let's Go!</a:t>
            </a:r>
            <a:endParaRPr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771525" y="2102346"/>
            <a:ext cx="5290661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Your Mission: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19175" y="3131046"/>
            <a:ext cx="4543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Open your </a:t>
            </a: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workspace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/>
          </a:p>
        </p:txBody>
      </p:sp>
      <p:sp>
        <p:nvSpPr>
          <p:cNvPr id="245" name="Google Shape;245;p23"/>
          <p:cNvSpPr txBox="1"/>
          <p:nvPr/>
        </p:nvSpPr>
        <p:spPr>
          <a:xfrm>
            <a:off x="1019175" y="3618607"/>
            <a:ext cx="4543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Add a </a:t>
            </a:r>
            <a:r>
              <a:rPr lang="en-US" sz="16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Schedule Trigger</a:t>
            </a: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node.</a:t>
            </a:r>
            <a:endParaRPr sz="1200" dirty="0"/>
          </a:p>
        </p:txBody>
      </p:sp>
      <p:sp>
        <p:nvSpPr>
          <p:cNvPr id="246" name="Google Shape;246;p23"/>
          <p:cNvSpPr txBox="1"/>
          <p:nvPr/>
        </p:nvSpPr>
        <p:spPr>
          <a:xfrm>
            <a:off x="1019175" y="4106167"/>
            <a:ext cx="45434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Follow along as we connect the RSS feeds, API, and Gemini.</a:t>
            </a:r>
            <a:endParaRPr sz="1200" dirty="0"/>
          </a:p>
        </p:txBody>
      </p:sp>
      <p:sp>
        <p:nvSpPr>
          <p:cNvPr id="247" name="Google Shape;247;p23"/>
          <p:cNvSpPr txBox="1"/>
          <p:nvPr/>
        </p:nvSpPr>
        <p:spPr>
          <a:xfrm>
            <a:off x="1019175" y="4966989"/>
            <a:ext cx="45434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DE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Don't worry if you get stuck, we are here to help!</a:t>
            </a:r>
            <a:endParaRPr sz="1200" dirty="0"/>
          </a:p>
        </p:txBody>
      </p:sp>
      <p:pic>
        <p:nvPicPr>
          <p:cNvPr id="248" name="Google Shape;24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5014614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8412060" y="9525"/>
            <a:ext cx="174010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/>
          <p:nvPr/>
        </p:nvSpPr>
        <p:spPr>
          <a:xfrm>
            <a:off x="581025" y="244048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581025" y="342334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81025" y="34138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81025" y="34138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81025" y="43966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581025" y="43966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6890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676400" y="258335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https://static.vecteezy.com/system/resources/thumbnails/079/896/498/small/person-overwhelmed-by-negative-online-messages-cyberbullying-and-social-media-stress-showing-digital-harassment-and-mental-health-impact-modern-technology-danger-vector.jpg</a:t>
            </a:r>
            <a:endParaRPr dirty="0"/>
          </a:p>
        </p:txBody>
      </p:sp>
      <p:sp>
        <p:nvSpPr>
          <p:cNvPr id="290" name="Google Shape;290;p26"/>
          <p:cNvSpPr txBox="1"/>
          <p:nvPr/>
        </p:nvSpPr>
        <p:spPr>
          <a:xfrm>
            <a:off x="1676400" y="30271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1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1676400" y="356621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https://media.istockphoto.com/id/1346375644/vector/robots-working-in-hotel-service.jpg?s=612x612&amp;w=0&amp;k=20&amp;c=IrSu8jUXZFkOa_e4UntRjfSrefEMgVtdaM2e4VMpwEQ=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1676400" y="401002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id="294" name="Google Shape;29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547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1676400" y="454908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https://media.istockphoto.com/id/1472866172/vector/african-girl-gamer-or-streamer-with-cat-ears-headset-sits-in-front-of-a-computer.jpg?s=612x612&amp;w=0&amp;k=20&amp;c=FneP4VChOOr651GDFp633eo-i_uWB3arZ011S63x2Fs=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676400" y="499288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581025" y="581025"/>
            <a:ext cx="11581447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2730579" y="2408932"/>
            <a:ext cx="67308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890837" y="3809107"/>
            <a:ext cx="6410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Let's open n8n and start connecting nodes.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>
          <a:extLst>
            <a:ext uri="{FF2B5EF4-FFF2-40B4-BE49-F238E27FC236}">
              <a16:creationId xmlns:a16="http://schemas.microsoft.com/office/drawing/2014/main" id="{876A2B4E-BA7E-76C0-D486-1EFC5C90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>
            <a:extLst>
              <a:ext uri="{FF2B5EF4-FFF2-40B4-BE49-F238E27FC236}">
                <a16:creationId xmlns:a16="http://schemas.microsoft.com/office/drawing/2014/main" id="{FA40A3D6-5527-6AD1-FF70-1400D1AB5B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B3606DBF-D62E-D56A-57FB-6EEEA8992042}"/>
              </a:ext>
            </a:extLst>
          </p:cNvPr>
          <p:cNvSpPr txBox="1"/>
          <p:nvPr/>
        </p:nvSpPr>
        <p:spPr>
          <a:xfrm>
            <a:off x="2730579" y="2408932"/>
            <a:ext cx="6730841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dirty="0"/>
          </a:p>
        </p:txBody>
      </p:sp>
      <p:sp>
        <p:nvSpPr>
          <p:cNvPr id="256" name="Google Shape;256;p24">
            <a:extLst>
              <a:ext uri="{FF2B5EF4-FFF2-40B4-BE49-F238E27FC236}">
                <a16:creationId xmlns:a16="http://schemas.microsoft.com/office/drawing/2014/main" id="{C0B7802E-10D1-AEC3-C573-CE2DAE12AC79}"/>
              </a:ext>
            </a:extLst>
          </p:cNvPr>
          <p:cNvSpPr txBox="1"/>
          <p:nvPr/>
        </p:nvSpPr>
        <p:spPr>
          <a:xfrm>
            <a:off x="2890836" y="4795048"/>
            <a:ext cx="64103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800" b="1" dirty="0">
                <a:solidFill>
                  <a:srgbClr val="CCCCCC"/>
                </a:solidFill>
                <a:latin typeface="Inter" panose="020B0604020202020204" charset="0"/>
                <a:ea typeface="Inter" panose="020B0604020202020204" charset="0"/>
              </a:rPr>
              <a:t>Conducted by</a:t>
            </a:r>
          </a:p>
          <a:p>
            <a:pPr lvl="0" algn="ctr"/>
            <a:endParaRPr lang="en-US" sz="1800" b="1" dirty="0">
              <a:solidFill>
                <a:srgbClr val="FBBF24"/>
              </a:solidFill>
              <a:latin typeface="Inter" panose="020B0604020202020204" charset="0"/>
              <a:ea typeface="Inter" panose="020B0604020202020204" charset="0"/>
            </a:endParaRPr>
          </a:p>
          <a:p>
            <a:pPr lvl="0" algn="ctr"/>
            <a:r>
              <a:rPr lang="en-US" sz="1800" b="1" dirty="0">
                <a:solidFill>
                  <a:srgbClr val="FFCC00"/>
                </a:solidFill>
                <a:latin typeface="Inter" panose="020B0604020202020204" charset="0"/>
                <a:ea typeface="Inter" panose="020B0604020202020204" charset="0"/>
              </a:rPr>
              <a:t>Vinay S Kumar</a:t>
            </a:r>
            <a:r>
              <a:rPr lang="en-US" sz="1800" b="1" dirty="0">
                <a:solidFill>
                  <a:srgbClr val="FBBF2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Inter" panose="020B0604020202020204" charset="0"/>
                <a:ea typeface="Inter" panose="020B0604020202020204" charset="0"/>
              </a:rPr>
              <a:t>and</a:t>
            </a:r>
            <a:r>
              <a:rPr lang="en-US" sz="1800" b="1" dirty="0">
                <a:solidFill>
                  <a:srgbClr val="FBBF24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800" b="1" dirty="0">
                <a:solidFill>
                  <a:srgbClr val="FFCC00"/>
                </a:solidFill>
                <a:latin typeface="Inter" panose="020B0604020202020204" charset="0"/>
                <a:ea typeface="Inter" panose="020B0604020202020204" charset="0"/>
              </a:rPr>
              <a:t>Prateeksha Acharya</a:t>
            </a:r>
            <a:endParaRPr lang="en-US" b="1" dirty="0">
              <a:solidFill>
                <a:srgbClr val="FFCC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6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997</Words>
  <Application>Microsoft Office PowerPoint</Application>
  <PresentationFormat>Widescreen</PresentationFormat>
  <Paragraphs>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Inter</vt:lpstr>
      <vt:lpstr>Calibri</vt:lpstr>
      <vt:lpstr>Inter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S Kumar</cp:lastModifiedBy>
  <cp:revision>1</cp:revision>
  <dcterms:modified xsi:type="dcterms:W3CDTF">2026-07-10T12:30:56Z</dcterms:modified>
</cp:coreProperties>
</file>